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ABB8DA-3ED6-3C5B-FC20-51F23B203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FF8B9D-3247-89E7-CA56-0E53127CB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63C775-A7B5-F537-67E5-5F0D38F0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3B8EB3-BCF2-30D1-F991-61948094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80B3D1-0569-5697-4E3A-C9172162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5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9E30C-4D3A-35DA-E807-31E45E66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F146D2-BB3C-CD19-A9A4-E9D739617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34555-F88C-6CAA-7B5C-A2FA42FF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45103E-9CE1-944E-F7B3-A58E8DD3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40B29C-906D-E19F-7FAF-3BDBFB85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15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4D626B-0143-0621-905F-FA038A05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899A3C-7EFD-F87C-30DB-5DC84E5BF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A40C09-F3F3-94ED-7B69-D1E5BB1E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01A4CB-1DC3-2C6D-3C8E-BA9CF10E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F685F8-56F9-69D2-C9FF-E9ABAADF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354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F35B37-4E5C-F061-5680-FBEF2F74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CA9A74-3FD6-CBE8-0890-EAAC0B291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E33F77-14C7-E158-2853-ADF52997B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443F51-77C0-B4DD-653B-45A09866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ABB247-5488-CA23-1227-1B0C3138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DBB5C9-409E-B484-131B-C2BBD158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95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E108B5-4F1A-EE26-AA72-33D7DBD5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8FED3-9974-D1D5-2710-1042C497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280867-FEBF-4F11-FB82-64E2A33BC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E12C90-F704-9E73-4321-AF9976F49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828619-885E-DA88-C5B1-3424D513B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3C8C85-58D6-F523-6FE8-A7682E7B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BB7C89-C0A7-6DAB-57CA-708C6D7F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825504-9EAA-C682-3461-DE257964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17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2C843-E27B-300C-8352-9E9238B25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5FFED49-6A98-28F1-1BE8-C34AA71F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974C7A-5F24-5B2E-EE72-97A0CBEA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605139-1312-1895-21E9-70541349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57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53AB3B-3CCF-2CFD-854D-27E2EFBF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8AC65E-802F-59BF-E365-DFD71883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BFD963-D269-82EA-8965-2DC5A21E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48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D985FE-F3F3-E746-1F25-E3F191E9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9FD6E4-4359-9EEA-0055-0F5BEF173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F979EE-119C-B01D-AD6E-24EDD8B8F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7CB099-DF39-B3A6-FE8F-8C879D40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CDD821-D85B-500D-1D66-4F05E616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5D3E7C-3F81-6C62-92B4-BB1FC2CE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83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A93E9-F231-FFBA-4558-52A9A683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C818D51-0A6C-6448-0FAA-B6A9B7FF13E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5B8DBC-CBD0-D669-C164-19857BD4E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E3F72D-709D-C936-184E-D5B3B9BF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90C8EF-3407-1BB6-619B-B9E173A9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882BCF-6D4B-D0AF-29DD-AFD5528E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6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21D8D-F73E-CEDB-708D-4EA21D63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FACBDB-BAEE-9C60-81E9-364C3E84A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6A1D6F-A046-FA17-6247-12569B0B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350C08-71C8-CE2A-8AF6-A1155D52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7EB07C-AB3F-176A-B428-B4369BDC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25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1C92605-1D37-7E50-D893-B7CD5AC0B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AAC5AE-40D3-E156-9FC8-FA831C55B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1F747D-49DF-61B0-B85E-9F115761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D8438D-C137-27E4-3A0C-84358F46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35F19E-AA79-BCD9-9DF8-59D2131E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91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990754-F276-6BE1-A853-D5D83C0F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C399D0-0075-F6DB-EA02-92E90BA58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D5038D-B383-2801-5D32-36FE3CBCF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B4691-104C-4842-96C6-FB9A8F3E08FD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BC8979-F883-9A20-90EA-4DDB30735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338CBC-3DE0-A47C-426A-3C0D2AB69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44214-A2B3-B447-9D2A-42EA59A236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78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17D50AE-0D1B-293B-17CB-CF0410CFA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39538"/>
            <a:ext cx="7772400" cy="577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4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7C59B263-CB4C-7F8B-6BDD-ABABCCC9BD22}"/>
              </a:ext>
            </a:extLst>
          </p:cNvPr>
          <p:cNvGrpSpPr/>
          <p:nvPr/>
        </p:nvGrpSpPr>
        <p:grpSpPr>
          <a:xfrm>
            <a:off x="2209800" y="520736"/>
            <a:ext cx="7772400" cy="5816528"/>
            <a:chOff x="2209800" y="520736"/>
            <a:chExt cx="7772400" cy="5816528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403BCD6B-ADE0-6EED-36E4-4A11C6FE9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520736"/>
              <a:ext cx="7772400" cy="581652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42952E-3318-AA95-078F-E3B0FD894D05}"/>
                </a:ext>
              </a:extLst>
            </p:cNvPr>
            <p:cNvSpPr/>
            <p:nvPr/>
          </p:nvSpPr>
          <p:spPr>
            <a:xfrm>
              <a:off x="2496065" y="1924493"/>
              <a:ext cx="7199870" cy="37843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FF7BB4-0437-8B92-A66E-E0F53C046F82}"/>
                </a:ext>
              </a:extLst>
            </p:cNvPr>
            <p:cNvSpPr/>
            <p:nvPr/>
          </p:nvSpPr>
          <p:spPr>
            <a:xfrm>
              <a:off x="7677594" y="520736"/>
              <a:ext cx="2018341" cy="40087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929232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0</Words>
  <Application>Microsoft Macintosh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Yaniss Guigoz</dc:creator>
  <cp:lastModifiedBy>Yaniss Guigoz</cp:lastModifiedBy>
  <cp:revision>2</cp:revision>
  <dcterms:created xsi:type="dcterms:W3CDTF">2026-10-13T12:54:07Z</dcterms:created>
  <dcterms:modified xsi:type="dcterms:W3CDTF">2026-10-13T15:44:10Z</dcterms:modified>
</cp:coreProperties>
</file>